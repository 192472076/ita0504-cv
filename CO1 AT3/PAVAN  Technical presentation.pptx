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notesMasterIdLst>
    <p:notesMasterId r:id="rId10"/>
  </p:notesMasterIdLst>
  <p:sldIdLst>
    <p:sldId id="274" r:id="rId2"/>
    <p:sldId id="284" r:id="rId3"/>
    <p:sldId id="286" r:id="rId4"/>
    <p:sldId id="287" r:id="rId5"/>
    <p:sldId id="288" r:id="rId6"/>
    <p:sldId id="289" r:id="rId7"/>
    <p:sldId id="290" r:id="rId8"/>
    <p:sldId id="28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0F36C2-35CF-4065-AE74-D7FA0863EC14}" v="131" dt="2026-07-16T03:35:48.9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nathreedy kana" userId="c3379c6f84cadfe2" providerId="LiveId" clId="{34CD9A81-4955-4704-A38D-6523D8481696}"/>
    <pc:docChg chg="undo custSel addSld delSld modSld">
      <pc:chgData name="harinathreedy kana" userId="c3379c6f84cadfe2" providerId="LiveId" clId="{34CD9A81-4955-4704-A38D-6523D8481696}" dt="2026-07-16T03:35:48.962" v="415" actId="1076"/>
      <pc:docMkLst>
        <pc:docMk/>
      </pc:docMkLst>
      <pc:sldChg chg="del">
        <pc:chgData name="harinathreedy kana" userId="c3379c6f84cadfe2" providerId="LiveId" clId="{34CD9A81-4955-4704-A38D-6523D8481696}" dt="2026-07-16T02:49:25.932" v="2" actId="47"/>
        <pc:sldMkLst>
          <pc:docMk/>
          <pc:sldMk cId="0" sldId="257"/>
        </pc:sldMkLst>
      </pc:sldChg>
      <pc:sldChg chg="del">
        <pc:chgData name="harinathreedy kana" userId="c3379c6f84cadfe2" providerId="LiveId" clId="{34CD9A81-4955-4704-A38D-6523D8481696}" dt="2026-07-16T02:49:29.293" v="4" actId="47"/>
        <pc:sldMkLst>
          <pc:docMk/>
          <pc:sldMk cId="0" sldId="260"/>
        </pc:sldMkLst>
      </pc:sldChg>
      <pc:sldChg chg="del">
        <pc:chgData name="harinathreedy kana" userId="c3379c6f84cadfe2" providerId="LiveId" clId="{34CD9A81-4955-4704-A38D-6523D8481696}" dt="2026-07-16T02:49:30.096" v="5" actId="47"/>
        <pc:sldMkLst>
          <pc:docMk/>
          <pc:sldMk cId="0" sldId="261"/>
        </pc:sldMkLst>
      </pc:sldChg>
      <pc:sldChg chg="del">
        <pc:chgData name="harinathreedy kana" userId="c3379c6f84cadfe2" providerId="LiveId" clId="{34CD9A81-4955-4704-A38D-6523D8481696}" dt="2026-07-16T02:50:12.808" v="186" actId="47"/>
        <pc:sldMkLst>
          <pc:docMk/>
          <pc:sldMk cId="0" sldId="268"/>
        </pc:sldMkLst>
      </pc:sldChg>
      <pc:sldChg chg="modSp del mod">
        <pc:chgData name="harinathreedy kana" userId="c3379c6f84cadfe2" providerId="LiveId" clId="{34CD9A81-4955-4704-A38D-6523D8481696}" dt="2026-07-16T02:50:13.162" v="188" actId="47"/>
        <pc:sldMkLst>
          <pc:docMk/>
          <pc:sldMk cId="0" sldId="269"/>
        </pc:sldMkLst>
        <pc:spChg chg="mod">
          <ac:chgData name="harinathreedy kana" userId="c3379c6f84cadfe2" providerId="LiveId" clId="{34CD9A81-4955-4704-A38D-6523D8481696}" dt="2026-07-16T02:50:05.318" v="181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harinathreedy kana" userId="c3379c6f84cadfe2" providerId="LiveId" clId="{34CD9A81-4955-4704-A38D-6523D8481696}" dt="2026-07-16T02:50:02.633" v="180" actId="20577"/>
          <ac:spMkLst>
            <pc:docMk/>
            <pc:sldMk cId="0" sldId="269"/>
            <ac:spMk id="3" creationId="{CD332821-D848-348A-D9F5-E1DF7B0DD023}"/>
          </ac:spMkLst>
        </pc:spChg>
      </pc:sldChg>
      <pc:sldChg chg="modSp del mod">
        <pc:chgData name="harinathreedy kana" userId="c3379c6f84cadfe2" providerId="LiveId" clId="{34CD9A81-4955-4704-A38D-6523D8481696}" dt="2026-07-16T02:50:13.325" v="189" actId="47"/>
        <pc:sldMkLst>
          <pc:docMk/>
          <pc:sldMk cId="0" sldId="271"/>
        </pc:sldMkLst>
        <pc:spChg chg="mod">
          <ac:chgData name="harinathreedy kana" userId="c3379c6f84cadfe2" providerId="LiveId" clId="{34CD9A81-4955-4704-A38D-6523D8481696}" dt="2026-07-16T02:49:57.574" v="179" actId="20577"/>
          <ac:spMkLst>
            <pc:docMk/>
            <pc:sldMk cId="0" sldId="271"/>
            <ac:spMk id="2" creationId="{00000000-0000-0000-0000-000000000000}"/>
          </ac:spMkLst>
        </pc:spChg>
        <pc:spChg chg="mod">
          <ac:chgData name="harinathreedy kana" userId="c3379c6f84cadfe2" providerId="LiveId" clId="{34CD9A81-4955-4704-A38D-6523D8481696}" dt="2026-07-16T02:49:53.355" v="167" actId="5793"/>
          <ac:spMkLst>
            <pc:docMk/>
            <pc:sldMk cId="0" sldId="271"/>
            <ac:spMk id="4" creationId="{73626772-40BE-3B8C-171C-62992793855A}"/>
          </ac:spMkLst>
        </pc:spChg>
      </pc:sldChg>
      <pc:sldChg chg="del">
        <pc:chgData name="harinathreedy kana" userId="c3379c6f84cadfe2" providerId="LiveId" clId="{34CD9A81-4955-4704-A38D-6523D8481696}" dt="2026-07-16T02:49:21.173" v="0" actId="47"/>
        <pc:sldMkLst>
          <pc:docMk/>
          <pc:sldMk cId="0" sldId="272"/>
        </pc:sldMkLst>
      </pc:sldChg>
      <pc:sldChg chg="delSp modSp mod">
        <pc:chgData name="harinathreedy kana" userId="c3379c6f84cadfe2" providerId="LiveId" clId="{34CD9A81-4955-4704-A38D-6523D8481696}" dt="2026-07-16T03:29:07.007" v="352" actId="20577"/>
        <pc:sldMkLst>
          <pc:docMk/>
          <pc:sldMk cId="0" sldId="274"/>
        </pc:sldMkLst>
        <pc:spChg chg="mod">
          <ac:chgData name="harinathreedy kana" userId="c3379c6f84cadfe2" providerId="LiveId" clId="{34CD9A81-4955-4704-A38D-6523D8481696}" dt="2026-07-16T03:29:07.007" v="352" actId="20577"/>
          <ac:spMkLst>
            <pc:docMk/>
            <pc:sldMk cId="0" sldId="274"/>
            <ac:spMk id="2" creationId="{77BC77DB-43A3-926F-8C24-2FE4F7821AFD}"/>
          </ac:spMkLst>
        </pc:spChg>
        <pc:spChg chg="mod">
          <ac:chgData name="harinathreedy kana" userId="c3379c6f84cadfe2" providerId="LiveId" clId="{34CD9A81-4955-4704-A38D-6523D8481696}" dt="2026-07-16T03:28:36.640" v="317" actId="2711"/>
          <ac:spMkLst>
            <pc:docMk/>
            <pc:sldMk cId="0" sldId="274"/>
            <ac:spMk id="5" creationId="{2E9F563D-0D7A-E308-38AD-13AACEA37510}"/>
          </ac:spMkLst>
        </pc:spChg>
        <pc:spChg chg="del mod">
          <ac:chgData name="harinathreedy kana" userId="c3379c6f84cadfe2" providerId="LiveId" clId="{34CD9A81-4955-4704-A38D-6523D8481696}" dt="2026-07-16T02:51:15.816" v="201"/>
          <ac:spMkLst>
            <pc:docMk/>
            <pc:sldMk cId="0" sldId="274"/>
            <ac:spMk id="8" creationId="{40E9C260-E363-0DBB-9EF7-782B650E4433}"/>
          </ac:spMkLst>
        </pc:spChg>
      </pc:sldChg>
      <pc:sldChg chg="del">
        <pc:chgData name="harinathreedy kana" userId="c3379c6f84cadfe2" providerId="LiveId" clId="{34CD9A81-4955-4704-A38D-6523D8481696}" dt="2026-07-16T02:49:28.752" v="3" actId="47"/>
        <pc:sldMkLst>
          <pc:docMk/>
          <pc:sldMk cId="3064191647" sldId="275"/>
        </pc:sldMkLst>
      </pc:sldChg>
      <pc:sldChg chg="del">
        <pc:chgData name="harinathreedy kana" userId="c3379c6f84cadfe2" providerId="LiveId" clId="{34CD9A81-4955-4704-A38D-6523D8481696}" dt="2026-07-16T02:50:19.619" v="192" actId="47"/>
        <pc:sldMkLst>
          <pc:docMk/>
          <pc:sldMk cId="2997420260" sldId="276"/>
        </pc:sldMkLst>
      </pc:sldChg>
      <pc:sldChg chg="del">
        <pc:chgData name="harinathreedy kana" userId="c3379c6f84cadfe2" providerId="LiveId" clId="{34CD9A81-4955-4704-A38D-6523D8481696}" dt="2026-07-16T02:50:10.486" v="182" actId="47"/>
        <pc:sldMkLst>
          <pc:docMk/>
          <pc:sldMk cId="100046788" sldId="277"/>
        </pc:sldMkLst>
      </pc:sldChg>
      <pc:sldChg chg="del">
        <pc:chgData name="harinathreedy kana" userId="c3379c6f84cadfe2" providerId="LiveId" clId="{34CD9A81-4955-4704-A38D-6523D8481696}" dt="2026-07-16T02:50:10.884" v="183" actId="47"/>
        <pc:sldMkLst>
          <pc:docMk/>
          <pc:sldMk cId="1411621547" sldId="278"/>
        </pc:sldMkLst>
      </pc:sldChg>
      <pc:sldChg chg="del">
        <pc:chgData name="harinathreedy kana" userId="c3379c6f84cadfe2" providerId="LiveId" clId="{34CD9A81-4955-4704-A38D-6523D8481696}" dt="2026-07-16T02:50:11.525" v="184" actId="47"/>
        <pc:sldMkLst>
          <pc:docMk/>
          <pc:sldMk cId="2455777719" sldId="279"/>
        </pc:sldMkLst>
      </pc:sldChg>
      <pc:sldChg chg="del">
        <pc:chgData name="harinathreedy kana" userId="c3379c6f84cadfe2" providerId="LiveId" clId="{34CD9A81-4955-4704-A38D-6523D8481696}" dt="2026-07-16T02:50:12.445" v="185" actId="47"/>
        <pc:sldMkLst>
          <pc:docMk/>
          <pc:sldMk cId="1704056211" sldId="280"/>
        </pc:sldMkLst>
      </pc:sldChg>
      <pc:sldChg chg="del">
        <pc:chgData name="harinathreedy kana" userId="c3379c6f84cadfe2" providerId="LiveId" clId="{34CD9A81-4955-4704-A38D-6523D8481696}" dt="2026-07-16T02:49:25.463" v="1" actId="47"/>
        <pc:sldMkLst>
          <pc:docMk/>
          <pc:sldMk cId="4051369099" sldId="282"/>
        </pc:sldMkLst>
      </pc:sldChg>
      <pc:sldChg chg="del">
        <pc:chgData name="harinathreedy kana" userId="c3379c6f84cadfe2" providerId="LiveId" clId="{34CD9A81-4955-4704-A38D-6523D8481696}" dt="2026-07-16T02:50:13.003" v="187" actId="47"/>
        <pc:sldMkLst>
          <pc:docMk/>
          <pc:sldMk cId="1789152699" sldId="283"/>
        </pc:sldMkLst>
      </pc:sldChg>
      <pc:sldChg chg="addSp modSp add del mod">
        <pc:chgData name="harinathreedy kana" userId="c3379c6f84cadfe2" providerId="LiveId" clId="{34CD9A81-4955-4704-A38D-6523D8481696}" dt="2026-07-16T03:30:54.325" v="361" actId="2711"/>
        <pc:sldMkLst>
          <pc:docMk/>
          <pc:sldMk cId="2982024287" sldId="284"/>
        </pc:sldMkLst>
        <pc:spChg chg="mod">
          <ac:chgData name="harinathreedy kana" userId="c3379c6f84cadfe2" providerId="LiveId" clId="{34CD9A81-4955-4704-A38D-6523D8481696}" dt="2026-07-16T03:00:53.547" v="288"/>
          <ac:spMkLst>
            <pc:docMk/>
            <pc:sldMk cId="2982024287" sldId="284"/>
            <ac:spMk id="2" creationId="{B4ECED70-C39B-3B22-2EDE-CD23CCFABAA8}"/>
          </ac:spMkLst>
        </pc:spChg>
        <pc:spChg chg="mod">
          <ac:chgData name="harinathreedy kana" userId="c3379c6f84cadfe2" providerId="LiveId" clId="{34CD9A81-4955-4704-A38D-6523D8481696}" dt="2026-07-16T03:30:54.325" v="361" actId="2711"/>
          <ac:spMkLst>
            <pc:docMk/>
            <pc:sldMk cId="2982024287" sldId="284"/>
            <ac:spMk id="6" creationId="{963BF6DD-52B2-05D1-6327-99EFA12386F3}"/>
          </ac:spMkLst>
        </pc:spChg>
        <pc:spChg chg="add mod">
          <ac:chgData name="harinathreedy kana" userId="c3379c6f84cadfe2" providerId="LiveId" clId="{34CD9A81-4955-4704-A38D-6523D8481696}" dt="2026-07-16T03:30:13.710" v="355" actId="2711"/>
          <ac:spMkLst>
            <pc:docMk/>
            <pc:sldMk cId="2982024287" sldId="284"/>
            <ac:spMk id="7" creationId="{A3A6CE29-2763-2F43-9201-B534DE0FD90C}"/>
          </ac:spMkLst>
        </pc:spChg>
      </pc:sldChg>
      <pc:sldChg chg="addSp delSp modSp mod delDesignElem">
        <pc:chgData name="harinathreedy kana" userId="c3379c6f84cadfe2" providerId="LiveId" clId="{34CD9A81-4955-4704-A38D-6523D8481696}" dt="2026-07-16T03:35:48.962" v="415" actId="1076"/>
        <pc:sldMkLst>
          <pc:docMk/>
          <pc:sldMk cId="3715413031" sldId="285"/>
        </pc:sldMkLst>
        <pc:spChg chg="del">
          <ac:chgData name="harinathreedy kana" userId="c3379c6f84cadfe2" providerId="LiveId" clId="{34CD9A81-4955-4704-A38D-6523D8481696}" dt="2026-07-16T03:35:03.704" v="398" actId="478"/>
          <ac:spMkLst>
            <pc:docMk/>
            <pc:sldMk cId="3715413031" sldId="285"/>
            <ac:spMk id="2" creationId="{0134667B-9C2E-86B9-B8EE-4B73E2080E0F}"/>
          </ac:spMkLst>
        </pc:spChg>
        <pc:spChg chg="add del mod">
          <ac:chgData name="harinathreedy kana" userId="c3379c6f84cadfe2" providerId="LiveId" clId="{34CD9A81-4955-4704-A38D-6523D8481696}" dt="2026-07-16T03:35:08.427" v="399" actId="478"/>
          <ac:spMkLst>
            <pc:docMk/>
            <pc:sldMk cId="3715413031" sldId="285"/>
            <ac:spMk id="4" creationId="{E6221057-B962-6DE2-DB91-4E58DC340F33}"/>
          </ac:spMkLst>
        </pc:spChg>
        <pc:spChg chg="add mod">
          <ac:chgData name="harinathreedy kana" userId="c3379c6f84cadfe2" providerId="LiveId" clId="{34CD9A81-4955-4704-A38D-6523D8481696}" dt="2026-07-16T03:35:48.962" v="415" actId="1076"/>
          <ac:spMkLst>
            <pc:docMk/>
            <pc:sldMk cId="3715413031" sldId="285"/>
            <ac:spMk id="6" creationId="{9906A8B5-74BF-3141-E59B-CD047FC68E46}"/>
          </ac:spMkLst>
        </pc:spChg>
        <pc:spChg chg="del">
          <ac:chgData name="harinathreedy kana" userId="c3379c6f84cadfe2" providerId="LiveId" clId="{34CD9A81-4955-4704-A38D-6523D8481696}" dt="2026-07-16T03:00:53.547" v="288"/>
          <ac:spMkLst>
            <pc:docMk/>
            <pc:sldMk cId="3715413031" sldId="285"/>
            <ac:spMk id="12" creationId="{50B488F5-9CE4-4346-B22F-600286ED4D8F}"/>
          </ac:spMkLst>
        </pc:spChg>
        <pc:spChg chg="del">
          <ac:chgData name="harinathreedy kana" userId="c3379c6f84cadfe2" providerId="LiveId" clId="{34CD9A81-4955-4704-A38D-6523D8481696}" dt="2026-07-16T03:00:53.547" v="288"/>
          <ac:spMkLst>
            <pc:docMk/>
            <pc:sldMk cId="3715413031" sldId="285"/>
            <ac:spMk id="18" creationId="{00859BFC-CBBF-4A4F-A2F9-14B4EEA1CC24}"/>
          </ac:spMkLst>
        </pc:spChg>
        <pc:spChg chg="del">
          <ac:chgData name="harinathreedy kana" userId="c3379c6f84cadfe2" providerId="LiveId" clId="{34CD9A81-4955-4704-A38D-6523D8481696}" dt="2026-07-16T03:00:53.547" v="288"/>
          <ac:spMkLst>
            <pc:docMk/>
            <pc:sldMk cId="3715413031" sldId="285"/>
            <ac:spMk id="20" creationId="{06B78DA6-B234-48EB-950B-A480909062B6}"/>
          </ac:spMkLst>
        </pc:spChg>
        <pc:spChg chg="del">
          <ac:chgData name="harinathreedy kana" userId="c3379c6f84cadfe2" providerId="LiveId" clId="{34CD9A81-4955-4704-A38D-6523D8481696}" dt="2026-07-16T03:00:53.547" v="288"/>
          <ac:spMkLst>
            <pc:docMk/>
            <pc:sldMk cId="3715413031" sldId="285"/>
            <ac:spMk id="28" creationId="{4CDE3AE1-0882-4EB5-A145-A16C7057FFB2}"/>
          </ac:spMkLst>
        </pc:spChg>
        <pc:grpChg chg="del">
          <ac:chgData name="harinathreedy kana" userId="c3379c6f84cadfe2" providerId="LiveId" clId="{34CD9A81-4955-4704-A38D-6523D8481696}" dt="2026-07-16T03:00:53.547" v="288"/>
          <ac:grpSpMkLst>
            <pc:docMk/>
            <pc:sldMk cId="3715413031" sldId="285"/>
            <ac:grpSpMk id="22" creationId="{A4CF3562-A1AF-4446-AE50-D15E4C72BE17}"/>
          </ac:grpSpMkLst>
        </pc:grpChg>
        <pc:picChg chg="del">
          <ac:chgData name="harinathreedy kana" userId="c3379c6f84cadfe2" providerId="LiveId" clId="{34CD9A81-4955-4704-A38D-6523D8481696}" dt="2026-07-16T03:34:55.089" v="397" actId="478"/>
          <ac:picMkLst>
            <pc:docMk/>
            <pc:sldMk cId="3715413031" sldId="285"/>
            <ac:picMk id="5" creationId="{30678520-1EA2-710F-0A08-14CB7AA123A0}"/>
          </ac:picMkLst>
        </pc:picChg>
        <pc:picChg chg="del">
          <ac:chgData name="harinathreedy kana" userId="c3379c6f84cadfe2" providerId="LiveId" clId="{34CD9A81-4955-4704-A38D-6523D8481696}" dt="2026-07-16T03:00:53.547" v="288"/>
          <ac:picMkLst>
            <pc:docMk/>
            <pc:sldMk cId="3715413031" sldId="285"/>
            <ac:picMk id="10" creationId="{CB1DE69F-569C-4A49-8E50-4093C135AECF}"/>
          </ac:picMkLst>
        </pc:picChg>
        <pc:picChg chg="del">
          <ac:chgData name="harinathreedy kana" userId="c3379c6f84cadfe2" providerId="LiveId" clId="{34CD9A81-4955-4704-A38D-6523D8481696}" dt="2026-07-16T03:00:53.547" v="288"/>
          <ac:picMkLst>
            <pc:docMk/>
            <pc:sldMk cId="3715413031" sldId="285"/>
            <ac:picMk id="16" creationId="{16176A8D-754E-4699-9AAC-A833466A201A}"/>
          </ac:picMkLst>
        </pc:picChg>
        <pc:picChg chg="del">
          <ac:chgData name="harinathreedy kana" userId="c3379c6f84cadfe2" providerId="LiveId" clId="{34CD9A81-4955-4704-A38D-6523D8481696}" dt="2026-07-16T03:00:53.547" v="288"/>
          <ac:picMkLst>
            <pc:docMk/>
            <pc:sldMk cId="3715413031" sldId="285"/>
            <ac:picMk id="26" creationId="{CF4844E2-B281-476F-B694-257B7889CA74}"/>
          </ac:picMkLst>
        </pc:picChg>
        <pc:picChg chg="del">
          <ac:chgData name="harinathreedy kana" userId="c3379c6f84cadfe2" providerId="LiveId" clId="{34CD9A81-4955-4704-A38D-6523D8481696}" dt="2026-07-16T03:00:53.547" v="288"/>
          <ac:picMkLst>
            <pc:docMk/>
            <pc:sldMk cId="3715413031" sldId="285"/>
            <ac:picMk id="30" creationId="{627DDDD2-A00E-491F-BFD3-56E7261A7E33}"/>
          </ac:picMkLst>
        </pc:picChg>
        <pc:cxnChg chg="del">
          <ac:chgData name="harinathreedy kana" userId="c3379c6f84cadfe2" providerId="LiveId" clId="{34CD9A81-4955-4704-A38D-6523D8481696}" dt="2026-07-16T03:00:53.547" v="288"/>
          <ac:cxnSpMkLst>
            <pc:docMk/>
            <pc:sldMk cId="3715413031" sldId="285"/>
            <ac:cxnSpMk id="14" creationId="{5F76596F-57DF-4A0C-96D9-046DC3B30E9F}"/>
          </ac:cxnSpMkLst>
        </pc:cxnChg>
      </pc:sldChg>
      <pc:sldChg chg="modSp new mod">
        <pc:chgData name="harinathreedy kana" userId="c3379c6f84cadfe2" providerId="LiveId" clId="{34CD9A81-4955-4704-A38D-6523D8481696}" dt="2026-07-16T03:32:18.224" v="374" actId="14100"/>
        <pc:sldMkLst>
          <pc:docMk/>
          <pc:sldMk cId="1607537435" sldId="286"/>
        </pc:sldMkLst>
        <pc:spChg chg="mod">
          <ac:chgData name="harinathreedy kana" userId="c3379c6f84cadfe2" providerId="LiveId" clId="{34CD9A81-4955-4704-A38D-6523D8481696}" dt="2026-07-16T03:31:16.412" v="364" actId="113"/>
          <ac:spMkLst>
            <pc:docMk/>
            <pc:sldMk cId="1607537435" sldId="286"/>
            <ac:spMk id="2" creationId="{7DEDCE01-0537-5A66-A374-C312157F4FC0}"/>
          </ac:spMkLst>
        </pc:spChg>
        <pc:spChg chg="mod">
          <ac:chgData name="harinathreedy kana" userId="c3379c6f84cadfe2" providerId="LiveId" clId="{34CD9A81-4955-4704-A38D-6523D8481696}" dt="2026-07-16T03:32:18.224" v="374" actId="14100"/>
          <ac:spMkLst>
            <pc:docMk/>
            <pc:sldMk cId="1607537435" sldId="286"/>
            <ac:spMk id="3" creationId="{BD07C1C5-D963-70D8-D9E5-1DD1ADC803AC}"/>
          </ac:spMkLst>
        </pc:spChg>
      </pc:sldChg>
      <pc:sldChg chg="modSp new mod">
        <pc:chgData name="harinathreedy kana" userId="c3379c6f84cadfe2" providerId="LiveId" clId="{34CD9A81-4955-4704-A38D-6523D8481696}" dt="2026-07-16T03:33:10.019" v="380" actId="2711"/>
        <pc:sldMkLst>
          <pc:docMk/>
          <pc:sldMk cId="1835514227" sldId="287"/>
        </pc:sldMkLst>
        <pc:spChg chg="mod">
          <ac:chgData name="harinathreedy kana" userId="c3379c6f84cadfe2" providerId="LiveId" clId="{34CD9A81-4955-4704-A38D-6523D8481696}" dt="2026-07-16T03:32:48.250" v="377" actId="2711"/>
          <ac:spMkLst>
            <pc:docMk/>
            <pc:sldMk cId="1835514227" sldId="287"/>
            <ac:spMk id="2" creationId="{25DCBE27-4FD9-CEBA-CB1F-243E0B10206B}"/>
          </ac:spMkLst>
        </pc:spChg>
        <pc:spChg chg="mod">
          <ac:chgData name="harinathreedy kana" userId="c3379c6f84cadfe2" providerId="LiveId" clId="{34CD9A81-4955-4704-A38D-6523D8481696}" dt="2026-07-16T03:33:10.019" v="380" actId="2711"/>
          <ac:spMkLst>
            <pc:docMk/>
            <pc:sldMk cId="1835514227" sldId="287"/>
            <ac:spMk id="3" creationId="{425873F1-5BF3-21AA-629E-F90726775BCD}"/>
          </ac:spMkLst>
        </pc:spChg>
      </pc:sldChg>
      <pc:sldChg chg="modSp new mod">
        <pc:chgData name="harinathreedy kana" userId="c3379c6f84cadfe2" providerId="LiveId" clId="{34CD9A81-4955-4704-A38D-6523D8481696}" dt="2026-07-16T03:34:10.534" v="389" actId="2711"/>
        <pc:sldMkLst>
          <pc:docMk/>
          <pc:sldMk cId="3003123972" sldId="288"/>
        </pc:sldMkLst>
        <pc:spChg chg="mod">
          <ac:chgData name="harinathreedy kana" userId="c3379c6f84cadfe2" providerId="LiveId" clId="{34CD9A81-4955-4704-A38D-6523D8481696}" dt="2026-07-16T03:33:32.945" v="383" actId="2711"/>
          <ac:spMkLst>
            <pc:docMk/>
            <pc:sldMk cId="3003123972" sldId="288"/>
            <ac:spMk id="2" creationId="{9CDC38EC-21D6-972B-DC05-ECDB1606ECB3}"/>
          </ac:spMkLst>
        </pc:spChg>
        <pc:spChg chg="mod">
          <ac:chgData name="harinathreedy kana" userId="c3379c6f84cadfe2" providerId="LiveId" clId="{34CD9A81-4955-4704-A38D-6523D8481696}" dt="2026-07-16T03:34:10.534" v="389" actId="2711"/>
          <ac:spMkLst>
            <pc:docMk/>
            <pc:sldMk cId="3003123972" sldId="288"/>
            <ac:spMk id="3" creationId="{10613B82-8734-E472-3ED2-AD50A18DC661}"/>
          </ac:spMkLst>
        </pc:spChg>
      </pc:sldChg>
      <pc:sldChg chg="addSp delSp modSp new mod">
        <pc:chgData name="harinathreedy kana" userId="c3379c6f84cadfe2" providerId="LiveId" clId="{34CD9A81-4955-4704-A38D-6523D8481696}" dt="2026-07-16T03:03:01.073" v="306" actId="14100"/>
        <pc:sldMkLst>
          <pc:docMk/>
          <pc:sldMk cId="278972945" sldId="289"/>
        </pc:sldMkLst>
        <pc:spChg chg="mod">
          <ac:chgData name="harinathreedy kana" userId="c3379c6f84cadfe2" providerId="LiveId" clId="{34CD9A81-4955-4704-A38D-6523D8481696}" dt="2026-07-16T02:59:11.952" v="275" actId="255"/>
          <ac:spMkLst>
            <pc:docMk/>
            <pc:sldMk cId="278972945" sldId="289"/>
            <ac:spMk id="2" creationId="{F15A8153-37CF-919F-84F3-4C001177E4DA}"/>
          </ac:spMkLst>
        </pc:spChg>
        <pc:spChg chg="add del">
          <ac:chgData name="harinathreedy kana" userId="c3379c6f84cadfe2" providerId="LiveId" clId="{34CD9A81-4955-4704-A38D-6523D8481696}" dt="2026-07-16T02:59:59.227" v="281"/>
          <ac:spMkLst>
            <pc:docMk/>
            <pc:sldMk cId="278972945" sldId="289"/>
            <ac:spMk id="3" creationId="{DD098F68-723E-37D8-9492-3C0876A7DD3D}"/>
          </ac:spMkLst>
        </pc:spChg>
        <pc:spChg chg="add del">
          <ac:chgData name="harinathreedy kana" userId="c3379c6f84cadfe2" providerId="LiveId" clId="{34CD9A81-4955-4704-A38D-6523D8481696}" dt="2026-07-16T02:59:56.230" v="279" actId="22"/>
          <ac:spMkLst>
            <pc:docMk/>
            <pc:sldMk cId="278972945" sldId="289"/>
            <ac:spMk id="6" creationId="{4FCED84E-249D-5186-E139-DB9F33AFA016}"/>
          </ac:spMkLst>
        </pc:spChg>
        <pc:spChg chg="add mod">
          <ac:chgData name="harinathreedy kana" userId="c3379c6f84cadfe2" providerId="LiveId" clId="{34CD9A81-4955-4704-A38D-6523D8481696}" dt="2026-07-16T03:00:33.717" v="285" actId="2711"/>
          <ac:spMkLst>
            <pc:docMk/>
            <pc:sldMk cId="278972945" sldId="289"/>
            <ac:spMk id="9" creationId="{A675052C-8540-4D46-2B21-73A481914FEA}"/>
          </ac:spMkLst>
        </pc:spChg>
        <pc:spChg chg="add del mod">
          <ac:chgData name="harinathreedy kana" userId="c3379c6f84cadfe2" providerId="LiveId" clId="{34CD9A81-4955-4704-A38D-6523D8481696}" dt="2026-07-16T03:02:48.711" v="304" actId="478"/>
          <ac:spMkLst>
            <pc:docMk/>
            <pc:sldMk cId="278972945" sldId="289"/>
            <ac:spMk id="12" creationId="{306A42BF-C3D9-2C01-6C0E-B7E7BD1D6B9F}"/>
          </ac:spMkLst>
        </pc:spChg>
        <pc:graphicFrameChg chg="add mod">
          <ac:chgData name="harinathreedy kana" userId="c3379c6f84cadfe2" providerId="LiveId" clId="{34CD9A81-4955-4704-A38D-6523D8481696}" dt="2026-07-16T02:59:55.474" v="278"/>
          <ac:graphicFrameMkLst>
            <pc:docMk/>
            <pc:sldMk cId="278972945" sldId="289"/>
            <ac:graphicFrameMk id="4" creationId="{3A7505B5-02B5-CDAA-3E7E-9033E2FCDD24}"/>
          </ac:graphicFrameMkLst>
        </pc:graphicFrameChg>
        <pc:graphicFrameChg chg="add del mod modGraphic">
          <ac:chgData name="harinathreedy kana" userId="c3379c6f84cadfe2" providerId="LiveId" clId="{34CD9A81-4955-4704-A38D-6523D8481696}" dt="2026-07-16T03:02:15.094" v="301" actId="478"/>
          <ac:graphicFrameMkLst>
            <pc:docMk/>
            <pc:sldMk cId="278972945" sldId="289"/>
            <ac:graphicFrameMk id="7" creationId="{9B5437E3-91F3-825C-921F-68B552644F30}"/>
          </ac:graphicFrameMkLst>
        </pc:graphicFrameChg>
        <pc:graphicFrameChg chg="add mod modGraphic">
          <ac:chgData name="harinathreedy kana" userId="c3379c6f84cadfe2" providerId="LiveId" clId="{34CD9A81-4955-4704-A38D-6523D8481696}" dt="2026-07-16T03:03:01.073" v="306" actId="14100"/>
          <ac:graphicFrameMkLst>
            <pc:docMk/>
            <pc:sldMk cId="278972945" sldId="289"/>
            <ac:graphicFrameMk id="10" creationId="{EE0B8A5A-B472-4625-1260-627A022DC133}"/>
          </ac:graphicFrameMkLst>
        </pc:graphicFrameChg>
      </pc:sldChg>
      <pc:sldChg chg="modSp new mod">
        <pc:chgData name="harinathreedy kana" userId="c3379c6f84cadfe2" providerId="LiveId" clId="{34CD9A81-4955-4704-A38D-6523D8481696}" dt="2026-07-16T03:34:49.574" v="396" actId="27636"/>
        <pc:sldMkLst>
          <pc:docMk/>
          <pc:sldMk cId="525086584" sldId="290"/>
        </pc:sldMkLst>
        <pc:spChg chg="mod">
          <ac:chgData name="harinathreedy kana" userId="c3379c6f84cadfe2" providerId="LiveId" clId="{34CD9A81-4955-4704-A38D-6523D8481696}" dt="2026-07-16T03:04:07.911" v="314" actId="2711"/>
          <ac:spMkLst>
            <pc:docMk/>
            <pc:sldMk cId="525086584" sldId="290"/>
            <ac:spMk id="2" creationId="{3D4AC132-7989-9C2E-C657-29F511AAC8A0}"/>
          </ac:spMkLst>
        </pc:spChg>
        <pc:spChg chg="mod">
          <ac:chgData name="harinathreedy kana" userId="c3379c6f84cadfe2" providerId="LiveId" clId="{34CD9A81-4955-4704-A38D-6523D8481696}" dt="2026-07-16T03:34:49.574" v="396" actId="27636"/>
          <ac:spMkLst>
            <pc:docMk/>
            <pc:sldMk cId="525086584" sldId="290"/>
            <ac:spMk id="3" creationId="{708EFC11-21A0-363B-527F-3EBB0A2EAC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25ACA-0BCD-42F0-88FB-61E469F17A4F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73DDD-E47D-453F-9CF0-C7200876E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526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D168B13F-0592-F424-2BFB-5F985AE156F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775B4B4-9910-462C-BF58-4D0D453AFFDC}" type="slidenum">
              <a:rPr lang="en-IN" altLang="en-US"/>
              <a:pPr/>
              <a:t>1</a:t>
            </a:fld>
            <a:endParaRPr lang="en-IN" altLang="en-US"/>
          </a:p>
        </p:txBody>
      </p:sp>
      <p:sp>
        <p:nvSpPr>
          <p:cNvPr id="25601" name="Rectangle 1">
            <a:extLst>
              <a:ext uri="{FF2B5EF4-FFF2-40B4-BE49-F238E27FC236}">
                <a16:creationId xmlns:a16="http://schemas.microsoft.com/office/drawing/2014/main" id="{18F8E162-3E8B-C7F7-8961-DA52F489280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8075" y="812800"/>
            <a:ext cx="5343525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F1592226-4CBC-90D9-06F9-0CE8E1946DF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521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05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819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416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828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545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366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382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688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45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2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BC77DB-43A3-926F-8C24-2FE4F7821AFD}"/>
              </a:ext>
            </a:extLst>
          </p:cNvPr>
          <p:cNvSpPr txBox="1"/>
          <p:nvPr/>
        </p:nvSpPr>
        <p:spPr>
          <a:xfrm>
            <a:off x="6215010" y="4148593"/>
            <a:ext cx="3257549" cy="1329210"/>
          </a:xfrm>
          <a:prstGeom prst="rect">
            <a:avLst/>
          </a:prstGeom>
        </p:spPr>
        <p:txBody>
          <a:bodyPr vert="horz" wrap="square" lIns="0" tIns="59055" rIns="0" bIns="0" rtlCol="0" anchor="t">
            <a:spAutoFit/>
          </a:bodyPr>
          <a:lstStyle/>
          <a:p>
            <a:pPr marL="128270">
              <a:spcBef>
                <a:spcPts val="465"/>
              </a:spcBef>
            </a:pPr>
            <a:r>
              <a:rPr sz="1400" b="1" spc="-8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1400" b="1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400" b="1" spc="-19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IN" sz="1400" b="1" spc="-11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8270">
              <a:spcBef>
                <a:spcPts val="465"/>
              </a:spcBef>
            </a:pPr>
            <a:r>
              <a:rPr lang="en-IN" sz="1400" b="1" spc="-11" dirty="0">
                <a:solidFill>
                  <a:srgbClr val="0C0C0C"/>
                </a:solidFill>
                <a:latin typeface="Times New Roman"/>
                <a:cs typeface="Times New Roman"/>
              </a:rPr>
              <a:t>R.SAI PAVAN(192472076)</a:t>
            </a:r>
          </a:p>
          <a:p>
            <a:pPr marL="128588">
              <a:spcBef>
                <a:spcPts val="465"/>
              </a:spcBef>
            </a:pPr>
            <a:br>
              <a:rPr lang="en-IN" sz="1400" b="1" spc="-11" dirty="0">
                <a:solidFill>
                  <a:srgbClr val="0C0C0C"/>
                </a:solidFill>
                <a:latin typeface="Times New Roman"/>
                <a:cs typeface="Times New Roman"/>
              </a:rPr>
            </a:br>
            <a:endParaRPr lang="en-IN" sz="1400" b="1" spc="-11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8588">
              <a:spcBef>
                <a:spcPts val="465"/>
              </a:spcBef>
            </a:pPr>
            <a:endParaRPr sz="1400" b="1" dirty="0">
              <a:latin typeface="Times New Roman"/>
              <a:cs typeface="Times New Roman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EA59DF2-0933-9725-380E-935F284DCE5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905" y="488822"/>
            <a:ext cx="995940" cy="100716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9F4FC327-E7D2-DC6A-D637-819CE1D8143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4010" y="503336"/>
            <a:ext cx="1140085" cy="100716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E9F563D-0D7A-E308-38AD-13AACEA37510}"/>
              </a:ext>
            </a:extLst>
          </p:cNvPr>
          <p:cNvSpPr txBox="1">
            <a:spLocks/>
          </p:cNvSpPr>
          <p:nvPr/>
        </p:nvSpPr>
        <p:spPr bwMode="auto">
          <a:xfrm>
            <a:off x="988219" y="2022588"/>
            <a:ext cx="7849052" cy="10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0489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lnSpc>
                <a:spcPct val="75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75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75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75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75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609600" indent="0" algn="ctr">
              <a:lnSpc>
                <a:spcPct val="100000"/>
              </a:lnSpc>
              <a:spcBef>
                <a:spcPts val="791"/>
              </a:spcBef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Perception Through Image Formation Principles</a:t>
            </a:r>
            <a:endParaRPr lang="en-US" sz="2925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6C5BB660-CEDC-D08D-FA01-79DBEAD0C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7628" y="787409"/>
            <a:ext cx="3012758" cy="332783"/>
          </a:xfrm>
          <a:prstGeom prst="rect">
            <a:avLst/>
          </a:prstGeom>
        </p:spPr>
        <p:txBody>
          <a:bodyPr vert="horz" wrap="square" lIns="0" tIns="9525" rIns="0" bIns="0" rtlCol="0" anchor="t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sz="2100" b="1" spc="-19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100" b="1" spc="-9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1" spc="-8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7D11F7EB-3C88-4AB9-0FF1-801475612035}"/>
              </a:ext>
            </a:extLst>
          </p:cNvPr>
          <p:cNvSpPr txBox="1"/>
          <p:nvPr/>
        </p:nvSpPr>
        <p:spPr>
          <a:xfrm>
            <a:off x="2500672" y="1243115"/>
            <a:ext cx="3826669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842486" marR="3810" indent="-833438">
              <a:spcBef>
                <a:spcPts val="75"/>
              </a:spcBef>
            </a:pPr>
            <a:r>
              <a:rPr sz="1500" b="1" spc="-41">
                <a:latin typeface="Times New Roman"/>
                <a:cs typeface="Times New Roman"/>
              </a:rPr>
              <a:t>SAVEETHA</a:t>
            </a:r>
            <a:r>
              <a:rPr sz="1500" b="1" spc="-83">
                <a:latin typeface="Times New Roman"/>
                <a:cs typeface="Times New Roman"/>
              </a:rPr>
              <a:t> </a:t>
            </a:r>
            <a:r>
              <a:rPr sz="1500" b="1" spc="-8">
                <a:latin typeface="Times New Roman"/>
                <a:cs typeface="Times New Roman"/>
              </a:rPr>
              <a:t>INSTITUTE</a:t>
            </a:r>
            <a:r>
              <a:rPr sz="1500" b="1">
                <a:latin typeface="Times New Roman"/>
                <a:cs typeface="Times New Roman"/>
              </a:rPr>
              <a:t> OF</a:t>
            </a:r>
            <a:r>
              <a:rPr sz="1500" b="1" spc="-56">
                <a:latin typeface="Times New Roman"/>
                <a:cs typeface="Times New Roman"/>
              </a:rPr>
              <a:t> </a:t>
            </a:r>
            <a:r>
              <a:rPr sz="1500" b="1" spc="-19">
                <a:latin typeface="Times New Roman"/>
                <a:cs typeface="Times New Roman"/>
              </a:rPr>
              <a:t>MEDICAL</a:t>
            </a:r>
            <a:r>
              <a:rPr lang="en-US" sz="1500" b="1" spc="-19">
                <a:latin typeface="Times New Roman"/>
                <a:cs typeface="Times New Roman"/>
              </a:rPr>
              <a:t> </a:t>
            </a:r>
            <a:r>
              <a:rPr sz="1500" b="1" spc="-165">
                <a:latin typeface="Times New Roman"/>
                <a:cs typeface="Times New Roman"/>
              </a:rPr>
              <a:t> </a:t>
            </a:r>
            <a:r>
              <a:rPr sz="1500" b="1" spc="-19">
                <a:latin typeface="Times New Roman"/>
                <a:cs typeface="Times New Roman"/>
              </a:rPr>
              <a:t>AND TECHNICAL</a:t>
            </a:r>
            <a:r>
              <a:rPr sz="1500" b="1" spc="-41">
                <a:latin typeface="Times New Roman"/>
                <a:cs typeface="Times New Roman"/>
              </a:rPr>
              <a:t> </a:t>
            </a:r>
            <a:r>
              <a:rPr sz="1500" b="1" spc="-8">
                <a:latin typeface="Times New Roman"/>
                <a:cs typeface="Times New Roman"/>
              </a:rPr>
              <a:t>SCIENCES</a:t>
            </a:r>
            <a:endParaRPr sz="1500" b="1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ED70-C39B-3B22-2EDE-CD23CCFA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3BF6DD-52B2-05D1-6327-99EFA12386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4732" y="2294063"/>
            <a:ext cx="736436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estimate the distance of objects. Allows humans to perceive the world in three dimensions (3D).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by processing images formed on both retinas.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Essential for navigation, object recognition, robotics, and autonomous system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88CD52D-F0DB-4D9A-1EA1-05904A4F40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54" y="141501"/>
            <a:ext cx="1023586" cy="1007162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0FB9DF5A-0660-7D2F-9D27-CB0E7D09996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9093" y="141501"/>
            <a:ext cx="1140085" cy="1007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A6CE29-2763-2F43-9201-B534DE0FD90C}"/>
              </a:ext>
            </a:extLst>
          </p:cNvPr>
          <p:cNvSpPr txBox="1"/>
          <p:nvPr/>
        </p:nvSpPr>
        <p:spPr>
          <a:xfrm>
            <a:off x="1128683" y="956172"/>
            <a:ext cx="6760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Depth Perception?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024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CE01-0537-5A66-A374-C312157F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Principles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7C1C5-D963-70D8-D9E5-1DD1ADC80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8684" y="1665939"/>
                <a:ext cx="6571343" cy="4017106"/>
              </a:xfrm>
            </p:spPr>
            <p:txBody>
              <a:bodyPr>
                <a:noAutofit/>
              </a:bodyPr>
              <a:lstStyle/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Camera Model (Human Eye)</a:t>
                </a: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eye behaves like a convex lens.</a:t>
                </a: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 → Lens → Retina.</a:t>
                </a: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Formation Equation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1600"/>
                        </m:ctrlPr>
                      </m:fPr>
                      <m:num>
                        <m:r>
                          <a:rPr lang="en-IN" sz="1600"/>
                          <m:t>1</m:t>
                        </m:r>
                      </m:num>
                      <m:den>
                        <m:r>
                          <a:rPr lang="en-IN" sz="1600" i="1"/>
                          <m:t>𝑓</m:t>
                        </m:r>
                      </m:den>
                    </m:f>
                    <m:r>
                      <a:rPr lang="en-IN" sz="1600"/>
                      <m:t>=</m:t>
                    </m:r>
                    <m:f>
                      <m:fPr>
                        <m:ctrlPr>
                          <a:rPr lang="en-IN" sz="1600" i="1"/>
                        </m:ctrlPr>
                      </m:fPr>
                      <m:num>
                        <m:r>
                          <a:rPr lang="en-IN" sz="1600"/>
                          <m:t>1</m:t>
                        </m:r>
                      </m:num>
                      <m:den>
                        <m:r>
                          <a:rPr lang="en-IN" sz="1600" i="1"/>
                          <m:t>𝑢</m:t>
                        </m:r>
                      </m:den>
                    </m:f>
                    <m:r>
                      <a:rPr lang="en-IN" sz="1600"/>
                      <m:t>+</m:t>
                    </m:r>
                    <m:f>
                      <m:fPr>
                        <m:ctrlPr>
                          <a:rPr lang="en-IN" sz="1600" i="1"/>
                        </m:ctrlPr>
                      </m:fPr>
                      <m:num>
                        <m:r>
                          <a:rPr lang="en-IN" sz="1600"/>
                          <m:t>1</m:t>
                        </m:r>
                      </m:num>
                      <m:den>
                        <m:r>
                          <a:rPr lang="en-IN" sz="1600" i="1"/>
                          <m:t>𝑣</m:t>
                        </m:r>
                      </m:den>
                    </m:f>
                  </m:oMath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focal length </a:t>
                </a: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object distance </a:t>
                </a: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image distance</a:t>
                </a: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7C1C5-D963-70D8-D9E5-1DD1ADC80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8684" y="1665939"/>
                <a:ext cx="6571343" cy="4017106"/>
              </a:xfrm>
              <a:blipFill>
                <a:blip r:embed="rId2"/>
                <a:stretch>
                  <a:fillRect l="-3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537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CBE27-4FD9-CEBA-CB1F-243E0B10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84" y="956172"/>
            <a:ext cx="7297561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Visual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873F1-5BF3-21AA-629E-F90726775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Cornea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Retina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 Nerve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Cortex</a:t>
            </a:r>
          </a:p>
        </p:txBody>
      </p:sp>
    </p:spTree>
    <p:extLst>
      <p:ext uri="{BB962C8B-B14F-4D97-AF65-F5344CB8AC3E}">
        <p14:creationId xmlns:p14="http://schemas.microsoft.com/office/powerpoint/2010/main" val="1835514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C38EC-21D6-972B-DC05-ECDB1606E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Binocular Depth Perception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13B82-8734-E472-3ED2-AD50A18DC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1597114"/>
            <a:ext cx="7199239" cy="3928615"/>
          </a:xfrm>
        </p:spPr>
        <p:txBody>
          <a:bodyPr>
            <a:normAutofit fontScale="40000" lnSpcReduction="2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eye observes the object from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Eye        Right Eye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\            /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\          /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\        /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Object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both images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Binocular Disparity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disparity → Object is closer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disparity → Object is farther away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slightly different angle</a:t>
            </a:r>
          </a:p>
        </p:txBody>
      </p:sp>
    </p:spTree>
    <p:extLst>
      <p:ext uri="{BB962C8B-B14F-4D97-AF65-F5344CB8AC3E}">
        <p14:creationId xmlns:p14="http://schemas.microsoft.com/office/powerpoint/2010/main" val="300312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A8153-37CF-919F-84F3-4C001177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4" y="956172"/>
            <a:ext cx="8996516" cy="1049235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Image Quality and Applications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5052C-8540-4D46-2B21-73A481914FEA}"/>
              </a:ext>
            </a:extLst>
          </p:cNvPr>
          <p:cNvSpPr txBox="1"/>
          <p:nvPr/>
        </p:nvSpPr>
        <p:spPr>
          <a:xfrm>
            <a:off x="845574" y="1858297"/>
            <a:ext cx="6019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of an image directly affects how well an application performs.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medical images help doctors detect diseases.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security images help identify people.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 use clear images to detect roads and obstacles safely</a:t>
            </a:r>
            <a:r>
              <a:rPr lang="en-IN" dirty="0"/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0B8A5A-B472-4625-1260-627A022DC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36940"/>
              </p:ext>
            </p:extLst>
          </p:nvPr>
        </p:nvGraphicFramePr>
        <p:xfrm>
          <a:off x="2192594" y="4296697"/>
          <a:ext cx="6636774" cy="1690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87">
                  <a:extLst>
                    <a:ext uri="{9D8B030D-6E8A-4147-A177-3AD203B41FA5}">
                      <a16:colId xmlns:a16="http://schemas.microsoft.com/office/drawing/2014/main" val="2539608503"/>
                    </a:ext>
                  </a:extLst>
                </a:gridCol>
                <a:gridCol w="3318387">
                  <a:extLst>
                    <a:ext uri="{9D8B030D-6E8A-4147-A177-3AD203B41FA5}">
                      <a16:colId xmlns:a16="http://schemas.microsoft.com/office/drawing/2014/main" val="2393972848"/>
                    </a:ext>
                  </a:extLst>
                </a:gridCol>
              </a:tblGrid>
              <a:tr h="42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Image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Application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312527"/>
                  </a:ext>
                </a:extLst>
              </a:tr>
              <a:tr h="42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Fast, accurate, and reliable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568214"/>
                  </a:ext>
                </a:extLst>
              </a:tr>
              <a:tr h="42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Medium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229179"/>
                  </a:ext>
                </a:extLst>
              </a:tr>
              <a:tr h="42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Quality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 results and possible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710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72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AC132-7989-9C2E-C657-29F511AA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EFC11-21A0-363B-527F-3EBB0A2EA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perception depends on image formation principles.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vision combines two retinal images. Stereo vision uses image disparity for depth estimation.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models enable 3D reconstruction. Widely used in robotics, AI, autonomous vehicles, AR, and VR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086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906A8B5-74BF-3141-E59B-CD047FC68E46}"/>
              </a:ext>
            </a:extLst>
          </p:cNvPr>
          <p:cNvSpPr txBox="1"/>
          <p:nvPr/>
        </p:nvSpPr>
        <p:spPr>
          <a:xfrm>
            <a:off x="2733368" y="2841522"/>
            <a:ext cx="457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154130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300</Words>
  <Application>Microsoft Office PowerPoint</Application>
  <PresentationFormat>On-screen Show (4:3)</PresentationFormat>
  <Paragraphs>62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Times New Roman</vt:lpstr>
      <vt:lpstr>Gallery</vt:lpstr>
      <vt:lpstr>SIMATS ENGINEERING</vt:lpstr>
      <vt:lpstr>          </vt:lpstr>
      <vt:lpstr>Image Formation Principles</vt:lpstr>
      <vt:lpstr>Human Visual System</vt:lpstr>
      <vt:lpstr>Binocular Depth Perception</vt:lpstr>
      <vt:lpstr>Relationship Between Image Quality and Applications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subject/>
  <dc:creator>nalla</dc:creator>
  <cp:keywords/>
  <dc:description>generated using python-pptx</dc:description>
  <cp:lastModifiedBy>harinathreedy kana</cp:lastModifiedBy>
  <cp:revision>1</cp:revision>
  <dcterms:created xsi:type="dcterms:W3CDTF">2013-01-27T09:14:16Z</dcterms:created>
  <dcterms:modified xsi:type="dcterms:W3CDTF">2026-07-16T03:36:24Z</dcterms:modified>
  <cp:category/>
</cp:coreProperties>
</file>